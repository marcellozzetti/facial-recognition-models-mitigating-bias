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última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sendo organizada — LaTeX ainda não iniciado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fechados e 1 em execução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Marco atingido: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distribuídas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Meta 2025-2026:  </a:t>
            </a:r>
            <a:r>
              <a:rPr sz="1600">
                <a:solidFill>
                  <a:srgbClr val="3D424E"/>
                </a:solidFill>
              </a:rPr>
              <a:t>25 fichas (meta era ≥20) — atingida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Crescimento:  </a:t>
            </a:r>
            <a:r>
              <a:rPr sz="1600">
                <a:solidFill>
                  <a:srgbClr val="3D424E"/>
                </a:solidFill>
              </a:rPr>
              <a:t>+46 fichas na ampliação recente do corpus (55 →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 / CLIP em fairness (14 fichas) —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 / 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Fundadores de FR — ArcFace, FaceNet, AdaFace (6 fichas)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de cada track (por que existe)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731520"/>
                <a:gridCol w="61264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 7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Tarefa central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Paradigma dominante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Sinal auxiliar do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Baselines a superar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Infraestrutura intelectual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Posicionamento da tese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Esqueleto teórico (FiLM, LAFTR)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Resposta direta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 (LoRA, ViT)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Alternativas ao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 (ArcFace, FaceNet)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Preenche lacuna óbvia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J, K são os novos tracks da ampliação recente — destacados para discussão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