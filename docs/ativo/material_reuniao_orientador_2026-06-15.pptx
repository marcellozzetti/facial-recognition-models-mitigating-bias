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0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286000" y="1188720"/>
            <a:ext cx="96012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1F2A4E"/>
                </a:solidFill>
              </a:defRPr>
            </a:pPr>
            <a:r>
              <a:t>Evolução da semana</a:t>
            </a:r>
          </a:p>
          <a:p>
            <a:pPr>
              <a:defRPr sz="2200">
                <a:solidFill>
                  <a:srgbClr val="3D424E"/>
                </a:solidFill>
              </a:defRPr>
            </a:pPr>
            <a:r>
              <a:t>Corpus consolidado (101 fichas) e análise CLIP vs FiLM</a:t>
            </a:r>
          </a:p>
          <a:p>
            <a:pPr>
              <a:defRPr sz="1600" i="1">
                <a:solidFill>
                  <a:srgbClr val="707682"/>
                </a:solidFill>
              </a:defRPr>
            </a:pPr>
            <a:r>
              <a:t>Pente fino crítico do corpus e resposta à sugestão do orientador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86000" y="4114800"/>
            <a:ext cx="9601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>
                <a:solidFill>
                  <a:srgbClr val="3D424E"/>
                </a:solidFill>
              </a:defRPr>
            </a:pPr>
            <a:r>
              <a:t>Mestrando:  Marcello Ozzetti</a:t>
            </a:r>
          </a:p>
          <a:p>
            <a:pPr>
              <a:defRPr sz="1500">
                <a:solidFill>
                  <a:srgbClr val="3D424E"/>
                </a:solidFill>
              </a:defRPr>
            </a:pPr>
            <a:r>
              <a:t>Orientador:  Prof. Marcos Quiles</a:t>
            </a:r>
          </a:p>
          <a:p>
            <a:pPr>
              <a:defRPr sz="1500">
                <a:solidFill>
                  <a:srgbClr val="3D424E"/>
                </a:solidFill>
              </a:defRPr>
            </a:pPr>
            <a:r>
              <a:t>Programa:  Mestrado em Ciência da Computação — Unifesp / ICT</a:t>
            </a:r>
          </a:p>
          <a:p>
            <a:pPr>
              <a:defRPr sz="1500">
                <a:solidFill>
                  <a:srgbClr val="3D424E"/>
                </a:solidFill>
              </a:defRPr>
            </a:pPr>
            <a:r>
              <a:t>Reunião:  15 de junho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Agenda da reunião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1.  </a:t>
            </a:r>
            <a:r>
              <a:rPr sz="1600">
                <a:solidFill>
                  <a:srgbClr val="3D424E"/>
                </a:solidFill>
              </a:rPr>
              <a:t>Status das decisões da reunião anterior (08/jun)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2.  </a:t>
            </a:r>
            <a:r>
              <a:rPr sz="1600">
                <a:solidFill>
                  <a:srgbClr val="3D424E"/>
                </a:solidFill>
              </a:rPr>
              <a:t>Corpus consolidado: 101 fichas em 11 tracks temáticos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3.  </a:t>
            </a:r>
            <a:r>
              <a:rPr sz="1600">
                <a:solidFill>
                  <a:srgbClr val="3D424E"/>
                </a:solidFill>
              </a:rPr>
              <a:t>Pente fino crítico do corpus (classificação por impacto)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4.  </a:t>
            </a:r>
            <a:r>
              <a:rPr sz="1600">
                <a:solidFill>
                  <a:srgbClr val="3D424E"/>
                </a:solidFill>
              </a:rPr>
              <a:t>Resposta à sugestão do orientador: CLIP (Contrastive Language-Image Pre-training)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5.  </a:t>
            </a:r>
            <a:r>
              <a:rPr sz="1600">
                <a:solidFill>
                  <a:srgbClr val="3D424E"/>
                </a:solidFill>
              </a:rPr>
              <a:t>FiLM em fairness: lacuna na literatura como contribuição original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6.  </a:t>
            </a:r>
            <a:r>
              <a:rPr sz="1600">
                <a:solidFill>
                  <a:srgbClr val="3D424E"/>
                </a:solidFill>
              </a:rPr>
              <a:t>Proposta: Contribuição C7 — ablation arquitetural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7.  </a:t>
            </a:r>
            <a:r>
              <a:rPr sz="1600">
                <a:solidFill>
                  <a:srgbClr val="3D424E"/>
                </a:solidFill>
              </a:rPr>
              <a:t>Plano de escrita e decisões a alinhar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Tempo estimado: 12-15 min de apresentação + discussão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Status das decisões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Reunião anterior — 08/jun/2026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Decisões da reunião anterior — status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4206240"/>
                <a:gridCol w="1828800"/>
                <a:gridCol w="4937760"/>
              </a:tblGrid>
              <a:tr h="67926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Decisão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Observações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Pipeline 6 etapas validado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Concluído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Detalhado etapa por etapa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SkinToneNet pré-treinado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Concluído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Leitura integral concluída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Corpus ≥100 artigos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Concluído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101 fichas (+46 na última rodada)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≥20 artigos 2025-2026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Concluído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25 fichas em 2025-2026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Adicionar CLIP conditioning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Concluído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Track I criada — 14 fichas + análise técnica</a:t>
                      </a:r>
                    </a:p>
                  </a:txBody>
                  <a:tcPr/>
                </a:tc>
              </a:tr>
              <a:tr h="67927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Primeira revisão ao orientador em 15/jul/2026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Em andamento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Estrutura sendo organizada — LaTeX ainda não iniciado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5 itens concluídos e 1 em andamento conforme planejado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Corpus consolidado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101 fichas em 11 tracks temáticos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Como o corpus foi ampliado: 55 → 101 fichas em 11 tracks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Critérios da busca:  </a:t>
            </a:r>
            <a:r>
              <a:rPr sz="1600">
                <a:solidFill>
                  <a:srgbClr val="3D424E"/>
                </a:solidFill>
              </a:rPr>
              <a:t>Top venues (CVPR, ICCV, ICLR, ECCV, Nature SR) com filtros menos restritivos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Recorte temporal:  </a:t>
            </a:r>
            <a:r>
              <a:rPr sz="1600">
                <a:solidFill>
                  <a:srgbClr val="3D424E"/>
                </a:solidFill>
              </a:rPr>
              <a:t>Foco em 2025-2026 para refletir o estado da arte mais recente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Fontes consultadas:  </a:t>
            </a:r>
            <a:r>
              <a:rPr sz="1600">
                <a:solidFill>
                  <a:srgbClr val="3D424E"/>
                </a:solidFill>
              </a:rPr>
              <a:t>arXiv, OpenAccess (CVPR/ICCV), Semantic Scholar e busca direta por DOI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Estratégia em 3 levas:  </a:t>
            </a:r>
            <a:r>
              <a:rPr sz="1600">
                <a:solidFill>
                  <a:srgbClr val="3D424E"/>
                </a:solidFill>
              </a:rPr>
              <a:t>Top venues recentes → fundadores de FR → temas complementares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Reorganização temática:  </a:t>
            </a:r>
            <a:r>
              <a:rPr sz="1600">
                <a:solidFill>
                  <a:srgbClr val="3D424E"/>
                </a:solidFill>
              </a:rPr>
              <a:t>3 novos tracks criados a partir dos achados (I, J, K)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Resultado:  </a:t>
            </a:r>
            <a:r>
              <a:rPr sz="1600">
                <a:solidFill>
                  <a:srgbClr val="3D424E"/>
                </a:solidFill>
              </a:rPr>
              <a:t>+46 fichas / 25 fichas em 2025-2026 / 3 tracks novos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Densidade das fichas por Tracking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1920240"/>
                <a:gridCol w="3108960"/>
                <a:gridCol w="5120640"/>
                <a:gridCol w="640080"/>
              </a:tblGrid>
              <a:tr h="3962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Track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Tema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O que é o track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Principais artigos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Fichas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Race classification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Classificação racial em 7 categorias sobre o FairFace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Kärkkäinen &amp; Joo 2021, AlDahoul 2024, Lin (FairGRAPE) 2022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4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FR fairness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Datasets, métricas e auditorias de viés em reconhecimento facial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Buolamwini 2018, Grother (NIST) 2019, Wang (RFW) 2019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16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Skin tone (MST)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Escalas e classificadores de tom de pele como sinal auxiliar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Fitzpatrick 1988, Schumann 2023, Pereira (SkinToneNet) 2026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7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Mitigação algorítmica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Algoritmos para reduzir viés (contrastive, DRO, arquitetural)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Park (FSCL+) 2022, Sagawa (Group DRO) 2020, Manzoor 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10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Auditoria e surveys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Auditorias sistêmicas e revisões da literatura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Mehrabi 2021, Dominguez (DSAP) 2024, Buolamwini 2018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14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Fundamentação ética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Validade conceitual de 'raça' como variável científica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Lewontin 1972, Fuentes 2019, Neto 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3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Mecanismos ML paradigmáticos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Mecanismos teóricos clássicos (métricas, conditioning)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Hardt 2016, Perez (FiLM) 2018, Kleinberg 2017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9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VLM / CLIP em fairness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Fairness em modelos vision-language (CLIP, BLIP)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Luo (FairCLIP) 2024, Dehdashtian (FairerCLIP) 2024, BendVLM 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14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J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Conditioning moderno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Adaptadores alternativos ao FiLM (LoRA, ViT-mask)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Bian (LoRA-FAIR) 2025, Tian (FairViT) 2024, Zhao (AIM-Fair) 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5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Fundadores de FR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Losses fundadoras de reconhecimento facial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Schroff (FaceNet) 2015, Deng (ArcFace) 2019, Kim (AdaFace) 2022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6</a:t>
                      </a:r>
                    </a:p>
                  </a:txBody>
                  <a:tcPr/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Auxiliar / complementar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Direções adjacentes (federated, synthetic, post-hoc)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Salvador (FairCal) 2021, FairImagen 2025, VoIDFace 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Tracks I, J e K são os novos tracks da ampliação recente do corpus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Pente fino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Classificação por impacto na tese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Classificação crítica das 101 fichas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914400"/>
                <a:gridCol w="914400"/>
                <a:gridCol w="6675120"/>
              </a:tblGrid>
              <a:tr h="67926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Categoria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Fichas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%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Implicação para a tese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Forte favorável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12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11.9%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Fundamentam etapas e contribuições diretamente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Favorável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37.6%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Suporte / alinhadas ao argumento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Neutra / contextual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Background, não influenciam decisões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Caminho alternativo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Cobertos pela Contribuição C7 (ablation)</a:t>
                      </a:r>
                    </a:p>
                  </a:txBody>
                  <a:tcPr/>
                </a:tc>
              </a:tr>
              <a:tr h="67926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Conflito moderado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Endereçáveis — resposta defensiva mapeada</a:t>
                      </a:r>
                    </a:p>
                  </a:txBody>
                  <a:tcPr/>
                </a:tc>
              </a:tr>
              <a:tr h="67927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Conflito forte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2.0%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Pangelinan (via H6); Neto (limitação reconhecida)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Apenas 2 conflitos fortes — ambos com resposta defensiva pronta. Nenhuma refutação categórica sem resposta.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Conclusão do pente fino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Resumo:  </a:t>
            </a:r>
            <a:r>
              <a:rPr sz="1600">
                <a:solidFill>
                  <a:srgbClr val="3D424E"/>
                </a:solidFill>
              </a:rPr>
              <a:t>68 fichas (67,3%) alinhadas ou neutras / 26 caminho alternativo / 7 conflitos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Conflito forte 1:  </a:t>
            </a:r>
            <a:r>
              <a:rPr sz="1600">
                <a:solidFill>
                  <a:srgbClr val="3D424E"/>
                </a:solidFill>
              </a:rPr>
              <a:t>Pangelinan 2023 — 'pixel info' explica disparidades, endereçado pela Hipótese H6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Conflito forte 2:  </a:t>
            </a:r>
            <a:r>
              <a:rPr sz="1600">
                <a:solidFill>
                  <a:srgbClr val="3D424E"/>
                </a:solidFill>
              </a:rPr>
              <a:t>Neto 2025 — balanceamento não basta, reconhecido como limitação e parte do framing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Caminho alternativo:  </a:t>
            </a:r>
            <a:r>
              <a:rPr sz="1600">
                <a:solidFill>
                  <a:srgbClr val="3D424E"/>
                </a:solidFill>
              </a:rPr>
              <a:t>26 fichas (VLM, CLIP) cobertas pela Contribuição C7 (ablation arquitetural)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Pontos fortes:  </a:t>
            </a:r>
            <a:r>
              <a:rPr sz="1600">
                <a:solidFill>
                  <a:srgbClr val="3D424E"/>
                </a:solidFill>
              </a:rPr>
              <a:t>12 fichas forte favorável fundamentam as etapas 1-5 do pipeline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Decisão:  </a:t>
            </a:r>
            <a:r>
              <a:rPr sz="1600">
                <a:solidFill>
                  <a:srgbClr val="3D424E"/>
                </a:solidFill>
              </a:rPr>
              <a:t>Corpus está sólido para sustentar a primeira versão da escrita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Resposta ao orientador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CLIP = Contrastive Language-Image Pre-training (Radford et al., ICML 2021)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O que é o CLIP — confirmando a referência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Paper original:  </a:t>
            </a:r>
            <a:r>
              <a:rPr sz="1600">
                <a:solidFill>
                  <a:srgbClr val="3D424E"/>
                </a:solidFill>
              </a:rPr>
              <a:t>Radford et al. — 'Learning Transferable Visual Models From Natural Language Supervision', ICML 2021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Mecanismo:  </a:t>
            </a:r>
            <a:r>
              <a:rPr sz="1600">
                <a:solidFill>
                  <a:srgbClr val="3D424E"/>
                </a:solidFill>
              </a:rPr>
              <a:t>Dois encoders (visão e texto) treinados via contrastive loss em 400M pares (imagem, texto)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Resultado:  </a:t>
            </a:r>
            <a:r>
              <a:rPr sz="1600">
                <a:solidFill>
                  <a:srgbClr val="3D424E"/>
                </a:solidFill>
              </a:rPr>
              <a:t>Espaço de embedding compartilhado — imagens e textos relacionados ficam próximos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Capacidade central:  </a:t>
            </a:r>
            <a:r>
              <a:rPr sz="1600">
                <a:solidFill>
                  <a:srgbClr val="3D424E"/>
                </a:solidFill>
              </a:rPr>
              <a:t>Classificação zero-shot — basta uma descrição textual, sem fine-tuning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Adoção em fairness:  </a:t>
            </a:r>
            <a:r>
              <a:rPr sz="1600">
                <a:solidFill>
                  <a:srgbClr val="3D424E"/>
                </a:solidFill>
              </a:rPr>
              <a:t>CLIP virou espinha dorsal da pesquisa em vision-language fairness desde 2022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No contexto da tese:  </a:t>
            </a:r>
            <a:r>
              <a:rPr sz="1600">
                <a:solidFill>
                  <a:srgbClr val="3D424E"/>
                </a:solidFill>
              </a:rPr>
              <a:t>CLIP produz EMBEDDINGS; FiLM é MECANISMO de injeção — são complementares, não substitutos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Radford et al., ICML 2021 — arxiv.org/abs/2103.00020 — mais de 10 mil citações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Estudos de CLIP em fairness no corpus (Track I)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4300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1645920"/>
                <a:gridCol w="2926080"/>
                <a:gridCol w="3840480"/>
              </a:tblGrid>
              <a:tr h="47548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Paper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Venue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Abordagem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Aplicação na tese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FairCLIP (Luo, 2024)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CVPR 2024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Optimal transport / Sinkhorn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Baseline principal da C7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FairerCLIP (Dehdashtian, 2024)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ICLR 2024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Debias zero-shot via RKHS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Baseline leve da C7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BendVLM (2024)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arXiv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Debiasing em test-time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Alternativa sem retraining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LoRA-FAIR (Bian, 2025)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ICCV 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LoRA + agregação fair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Track J — ablation da C7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FaceScanPaliGemma (AlDahoul, 2024)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Nature SR 2026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VLM fine-tuned no FairFace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Baseline SOTA 7-class (75,7%)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FairViT (Tian, 2024)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ECCV 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Adaptive attention masking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Backbone alternativo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Closed-form debias (2026)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arXiv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Solução analítica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Alternativa eficiente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Bias subspace VLM (2025)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arXiv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Projeção em subespaço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Mecanismo alternativo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Survey multimodal fairness (2024)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arXiv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Survey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Contexto para o Capítulo 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14 fichas no total na Track I, além do paper original de CLIP (Radford 2021).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FiLM em fairness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Achado crítico: lacuna na literatura = contribuição original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Estudos de FiLM em fairness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Paper FiLM original:  </a:t>
            </a:r>
            <a:r>
              <a:rPr sz="1600">
                <a:solidFill>
                  <a:srgbClr val="3D424E"/>
                </a:solidFill>
              </a:rPr>
              <a:t>Perez et al., AAAI 2018 — verificado no corpus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Aplicação em fairness pelos autores:  </a:t>
            </a:r>
            <a:r>
              <a:rPr sz="1600">
                <a:solidFill>
                  <a:srgbClr val="3D424E"/>
                </a:solidFill>
              </a:rPr>
              <a:t>Nenhuma — paper não aborda fairness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Adoção em fairness na literatura:  </a:t>
            </a:r>
            <a:r>
              <a:rPr sz="1600">
                <a:solidFill>
                  <a:srgbClr val="3D424E"/>
                </a:solidFill>
              </a:rPr>
              <a:t>Rara — busca extensiva confirma a escassez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Mecanismos análogos no corpus: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— LAFTR (Madras, 2018)  </a:t>
            </a:r>
            <a:r>
              <a:rPr sz="1600">
                <a:solidFill>
                  <a:srgbClr val="3D424E"/>
                </a:solidFill>
              </a:rPr>
              <a:t>adversarial conditioning (não é FiLM)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— FairViT (Tian, 2024)  </a:t>
            </a:r>
            <a:r>
              <a:rPr sz="1600">
                <a:solidFill>
                  <a:srgbClr val="3D424E"/>
                </a:solidFill>
              </a:rPr>
              <a:t>adaptive masking em attention (ViT)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— LoRA-FAIR (Bian, 2025)  </a:t>
            </a:r>
            <a:r>
              <a:rPr sz="1600">
                <a:solidFill>
                  <a:srgbClr val="3D424E"/>
                </a:solidFill>
              </a:rPr>
              <a:t>low-rank weight modulation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Implicação:  </a:t>
            </a:r>
            <a:r>
              <a:rPr sz="1600">
                <a:solidFill>
                  <a:srgbClr val="3D424E"/>
                </a:solidFill>
              </a:rPr>
              <a:t>FiLM aplicado a fairness em classificação racial é uma direção original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Perez et al., AAAI 2018 — paper original não discute fairness nem na seção de Future Work.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FiLM vs CLIP — esclarecimento conceitual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Confusão categorial:  </a:t>
            </a:r>
            <a:r>
              <a:rPr sz="1600">
                <a:solidFill>
                  <a:srgbClr val="3D424E"/>
                </a:solidFill>
              </a:rPr>
              <a:t>FiLM e CLIP não são objetos comparáveis no mesmo nível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FiLM (Perez, 2018):  </a:t>
            </a:r>
            <a:r>
              <a:rPr sz="1600">
                <a:solidFill>
                  <a:srgbClr val="3D424E"/>
                </a:solidFill>
              </a:rPr>
              <a:t>MECANISMO / camada que modula features via γ·x + β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CLIP (Radford, 2021):  </a:t>
            </a:r>
            <a:r>
              <a:rPr sz="1600">
                <a:solidFill>
                  <a:srgbClr val="3D424E"/>
                </a:solidFill>
              </a:rPr>
              <a:t>MODELO que produz embeddings 512-dim de texto e imagem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Relação real:  </a:t>
            </a:r>
            <a:r>
              <a:rPr sz="1600">
                <a:solidFill>
                  <a:srgbClr val="3D424E"/>
                </a:solidFill>
              </a:rPr>
              <a:t>CLIP fornece o SINAL; FiLM (ou cross-attention) é uma forma de injetar esse sinal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Cronologia:  </a:t>
            </a:r>
            <a:r>
              <a:rPr sz="1600">
                <a:solidFill>
                  <a:srgbClr val="3D424E"/>
                </a:solidFill>
              </a:rPr>
              <a:t>FaceNet 2015, ArcFace 2019, FiLM 2018, CLIP 2021, LoRA 2021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Status em 2024-2026:  </a:t>
            </a:r>
            <a:r>
              <a:rPr sz="1600">
                <a:solidFill>
                  <a:srgbClr val="3D424E"/>
                </a:solidFill>
              </a:rPr>
              <a:t>Todos continuam padrão na literatura — idade não implica obsolescência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Combinação válida:  </a:t>
            </a:r>
            <a:r>
              <a:rPr sz="1600">
                <a:solidFill>
                  <a:srgbClr val="3D424E"/>
                </a:solidFill>
              </a:rPr>
              <a:t>Stable Diffusion = CLIP embeddings + cross-attention. Análogo: CLIP + FiLM é possível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Proposta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Contribuição C7 — ablation arquitetural no Capítulo 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C7 — 5 configurações comparadas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8872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743200"/>
                <a:gridCol w="4114800"/>
                <a:gridCol w="4114800"/>
              </a:tblGrid>
              <a:tr h="7924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Config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Arquitetura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Mecanismo de conditioning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Origem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ConvNeXt-T baseline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Sem conditioning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Controle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B (proposta)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ConvNeXt-T + FiLM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MST 10-dim → γ, β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Nossa contribuição central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ConvNeXt-T + FiLM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Embedding CLIP-text → γ, 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Híbrido CLIP + FiLM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ConvNeXt-T + cross-attention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Embedding CLIP-text via attention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Estilo FairCLIP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ConvNeXt-T + LoRA-FAIR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Low-rank weight modulation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LoRA-FAIR (Bian, 2025)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Se CLIP superar FiLM, reportamos como informação útil — não como invalidação. Honra a recomendação do orientador.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Justificativa para manter FiLM como mecanismo central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Adequação a baixa dimensão:  </a:t>
            </a:r>
            <a:r>
              <a:rPr sz="1600">
                <a:solidFill>
                  <a:srgbClr val="3D424E"/>
                </a:solidFill>
              </a:rPr>
              <a:t>MST é vetor 10-dim — FiLM é o ponto ótimo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Custo paramétrico:  </a:t>
            </a:r>
            <a:r>
              <a:rPr sz="1600">
                <a:solidFill>
                  <a:srgbClr val="3D424E"/>
                </a:solidFill>
              </a:rPr>
              <a:t>~1% sobre o backbone (vs. ~3% de cross-attention equivalente)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Interpretabilidade:  </a:t>
            </a:r>
            <a:r>
              <a:rPr sz="1600">
                <a:solidFill>
                  <a:srgbClr val="3D424E"/>
                </a:solidFill>
              </a:rPr>
              <a:t>γ e β são por canal e podem ser visualizados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Compatibilidade:  </a:t>
            </a:r>
            <a:r>
              <a:rPr sz="1600">
                <a:solidFill>
                  <a:srgbClr val="3D424E"/>
                </a:solidFill>
              </a:rPr>
              <a:t>Substitui parâmetros do BatchNorm — 'conditional BatchNorm'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Compatibilidade com a C7:  </a:t>
            </a:r>
            <a:r>
              <a:rPr sz="1600">
                <a:solidFill>
                  <a:srgbClr val="3D424E"/>
                </a:solidFill>
              </a:rPr>
              <a:t>Ablation limpa — liga ou desliga o FiLM mantendo o backbone fixo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Argumento de originalidade:  </a:t>
            </a:r>
            <a:r>
              <a:rPr sz="1600">
                <a:solidFill>
                  <a:srgbClr val="3D424E"/>
                </a:solidFill>
              </a:rPr>
              <a:t>FiLM em fairness é direção pouco explorada — vira contribuição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Perez et al. (AAAI 2018) + Schumann (2023, MST) + Pereira (2026, SkinToneNet) — ancoragem direta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Plano de escrita e decisões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Cronograma das 4 semanas e pontos a alinhar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Plano de escrita — 4 semanas até a primeira revisão (15/jul/2026)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887200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2194560"/>
                <a:gridCol w="4572000"/>
                <a:gridCol w="4206240"/>
              </a:tblGrid>
              <a:tr h="7924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Semana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Período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Entregável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Observações</a:t>
                      </a:r>
                    </a:p>
                  </a:txBody>
                  <a:tcPr>
                    <a:solidFill>
                      <a:srgbClr val="1F2A4E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15-21/jun (esta)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Estrutura no repositório + Capítulo 1 (Introdução)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Narrativa de abertura consolidada</a:t>
                      </a:r>
                    </a:p>
                  </a:txBody>
                  <a:tcPr>
                    <a:solidFill>
                      <a:srgbClr val="E8EAED"/>
                    </a:solidFill>
                  </a:tcPr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22-28/jun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Capítulo 2 (Revisão — 11 tracks)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Pente fino do corpus e 101 fichas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29/jun-05/jul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Capítulo 3 (Objetivos) e Capítulo 4 (Ampliação e busca de novas técnicas)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Pipeline de 6 etapas validado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06-12/jul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Capítulo 5 (Cronograma) e revisão final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Integração e ABNT</a:t>
                      </a:r>
                    </a:p>
                  </a:txBody>
                  <a:tcPr/>
                </a:tc>
              </a:tr>
              <a:tr h="79248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Folga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13-15/jul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Ajustes finais e entrega ao orientador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3D424E"/>
                          </a:solidFill>
                        </a:rPr>
                        <a:t>Primeira revisão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430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i="1">
                <a:solidFill>
                  <a:srgbClr val="707682"/>
                </a:solidFill>
              </a:defRPr>
            </a:pPr>
            <a:r>
              <a:t>LaTeX ainda não iniciado: estrutura sendo organizada no projeto base do GitHub. Migração para o Overleaf após consolidação.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Decisões a alinhar hoje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1.  </a:t>
            </a:r>
            <a:r>
              <a:rPr sz="1600">
                <a:solidFill>
                  <a:srgbClr val="3D424E"/>
                </a:solidFill>
              </a:rPr>
              <a:t>Concorda em manter FiLM como mecanismo central e CLIP-conditioning como C7 (ablation)?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2.  </a:t>
            </a:r>
            <a:r>
              <a:rPr sz="1600">
                <a:solidFill>
                  <a:srgbClr val="3D424E"/>
                </a:solidFill>
              </a:rPr>
              <a:t>Os 11 tracks estão bem cobertos? Algum precisa de mais fichas?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3.  </a:t>
            </a:r>
            <a:r>
              <a:rPr sz="1600">
                <a:solidFill>
                  <a:srgbClr val="3D424E"/>
                </a:solidFill>
              </a:rPr>
              <a:t>O esclarecimento conceitual CLIP (modelo) vs FiLM (mecanismo) faz sentido?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4.  </a:t>
            </a:r>
            <a:r>
              <a:rPr sz="1600">
                <a:solidFill>
                  <a:srgbClr val="3D424E"/>
                </a:solidFill>
              </a:rPr>
              <a:t>Co-orientador — já podemos formalizar?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5.  </a:t>
            </a:r>
            <a:r>
              <a:rPr sz="1600">
                <a:solidFill>
                  <a:srgbClr val="3D424E"/>
                </a:solidFill>
              </a:rPr>
              <a:t>Sugestões para a banca preliminar?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F2A4E"/>
                </a:solidFill>
              </a:defRPr>
            </a:pPr>
            <a:r>
              <a:t>Próximos passos imediatos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430000" cy="36576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11430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1.  </a:t>
            </a:r>
            <a:r>
              <a:rPr sz="1600">
                <a:solidFill>
                  <a:srgbClr val="3D424E"/>
                </a:solidFill>
              </a:rPr>
              <a:t>Consolidar a estrutura no repositório do GitHub (ainda não iniciei o LaTeX)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2.  </a:t>
            </a:r>
            <a:r>
              <a:rPr sz="1600">
                <a:solidFill>
                  <a:srgbClr val="3D424E"/>
                </a:solidFill>
              </a:rPr>
              <a:t>Migrar para o Overleaf assim que a estrutura estiver estável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3.  </a:t>
            </a:r>
            <a:r>
              <a:rPr sz="1600">
                <a:solidFill>
                  <a:srgbClr val="3D424E"/>
                </a:solidFill>
              </a:rPr>
              <a:t>Consolidar a bibliografia a partir das 101 fichas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4.  </a:t>
            </a:r>
            <a:r>
              <a:rPr sz="1600">
                <a:solidFill>
                  <a:srgbClr val="3D424E"/>
                </a:solidFill>
              </a:rPr>
              <a:t>Escrever Capítulo 1 (Introdução) usando a narrativa de abertura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5.  </a:t>
            </a:r>
            <a:r>
              <a:rPr sz="1600">
                <a:solidFill>
                  <a:srgbClr val="3D424E"/>
                </a:solidFill>
              </a:rPr>
              <a:t>Incorporar as imagens já produzidas (pipeline FiLM, ConvNeXt-T, métricas de Hardt)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6.  </a:t>
            </a:r>
            <a:r>
              <a:rPr sz="1600">
                <a:solidFill>
                  <a:srgbClr val="3D424E"/>
                </a:solidFill>
              </a:rPr>
              <a:t>Aprofundar a leitura das 12 fichas forte favorável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  </a:t>
            </a:r>
            <a:r>
              <a:rPr sz="1600">
                <a:solidFill>
                  <a:srgbClr val="3D424E"/>
                </a:solidFill>
              </a:rPr>
              <a:t/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1F2A4E"/>
                </a:solidFill>
              </a:rPr>
              <a:t>Entrega para a próxima reunião:  </a:t>
            </a:r>
            <a:r>
              <a:rPr sz="1600">
                <a:solidFill>
                  <a:srgbClr val="3D424E"/>
                </a:solidFill>
              </a:rPr>
              <a:t>Capítulo 1 escrito e bibliografia consolidada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A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2743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0" b="1">
                <a:solidFill>
                  <a:srgbClr val="FFFFFF"/>
                </a:solidFill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3931920" y="2286000"/>
            <a:ext cx="7772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Obrigado</a:t>
            </a:r>
          </a:p>
          <a:p>
            <a:pPr>
              <a:defRPr sz="1800">
                <a:solidFill>
                  <a:srgbClr val="E8EAED"/>
                </a:solidFill>
              </a:defRPr>
            </a:pPr>
            <a:r>
              <a:t>Discussão livre — dúvidas e ajustes antes da escrita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