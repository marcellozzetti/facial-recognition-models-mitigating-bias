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Ganho transfere para reconhecimento (RFW/BFW)  </a:t>
            </a:r>
            <a:r>
              <a:rPr sz="1300" i="1">
                <a:solidFill>
                  <a:srgbClr val="707682"/>
                </a:solidFill>
              </a:rPr>
              <a:t>[gap ↓ downstream]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880" y="1371600"/>
            <a:ext cx="878119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Fluxo top-down organizado em três fases: diagnóstico (etapas 1 e 2), método proposto (etapa 3) e validação e síntese (etapas 4 a 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reporte estratificado por classe racial (sete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(oito subgrupos), conforme protocolo estabelecido por Gender Shades (Buolamwini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19795-10:2024, padrão internacional para reporte de desempenho biométrico estratificado entre grupos demográficos.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três sementes independentes por experimento (42, 1, 2), comparação pareada e intervalo de confiança de 95 % via bootstrap não paramétrico.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2020), com pares oficiais de verificação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de equidade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demonstra a impossibilidade formal de satisfação simultânea de múltiplas definições de equidade quando as prevalências diferem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F1 mínimo e máximo entre grupos; mensura a desigualdade de desempenho.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sub-representado; evita ganhos concentrados apenas na média agregada.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requer igualdade de taxa de verdadeiro positivo (TPR)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requisito estrito: igualdade simultânea de TPR e FPR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identificação da fronteira Pareto no trade-off acurácia agregada × disparidade demográfica.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