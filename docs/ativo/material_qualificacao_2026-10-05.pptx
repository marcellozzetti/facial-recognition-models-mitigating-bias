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Três perguntas, três respostas pré-registradas — nenhum ajuste pós-resultado.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 QUE AVALIO?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7 + 8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classes &amp; subgrupos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" y="3840480"/>
            <a:ext cx="320040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A — 7 classes raciais do FairFace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B — 8 subgrupos raça ×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Interseccional segundo Buolamwini &amp; Gebru (2018)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995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 QUE RIGOR?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995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sementes · bootstrap IC 95 %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9427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Sementes 42, 1, 2 · comparação pareada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Norma ISO/IEC 19795-10:2024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Padrão biométrico internacional estratificado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759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ONDE GENERALIZA?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~20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pares de verificação externos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191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2619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RFW — Racial Faces in-the-Wild (Wang 2019)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19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BFW — Balanced Faces in-the-Wild (Robinson 2020)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619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Foco em African; transferência via feature-freeze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Protocolo falsificável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Critérios binários pré-registrados (H1, H4, H5); nenhum ajuste de métrica pós-resultado — alinhado à metodologia popperiana e à norma biométrica.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(Kleinberg, Mullainathan &amp; Raghavan 2017, ITCS): nenhuma métrica única de equidade satisfaz simultaneamente calibração, equal FPR e equal FNR — reportar as três é a forma honesta de comunicar trade-offs.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