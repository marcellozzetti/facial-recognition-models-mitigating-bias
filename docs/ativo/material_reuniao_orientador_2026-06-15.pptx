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206240"/>
                <a:gridCol w="182880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101 fichas (+46 na última rodada)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 fichas em 2025-2026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I criada — 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sendo organizada — LaTeX ainda não iniciado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concluídos e 1 em andamento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o corpus foi ampliado: 55 →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Critérios da busca:  </a:t>
            </a:r>
            <a:r>
              <a:rPr sz="1600">
                <a:solidFill>
                  <a:srgbClr val="3D424E"/>
                </a:solidFill>
              </a:rPr>
              <a:t>Top venues (CVPR, ICCV, ICLR, ECCV, Nature SR) com filtros menos restritivos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Recorte temporal:  </a:t>
            </a:r>
            <a:r>
              <a:rPr sz="1600">
                <a:solidFill>
                  <a:srgbClr val="3D424E"/>
                </a:solidFill>
              </a:rPr>
              <a:t>Foco em 2025-2026 para refletir o estado da arte mais recente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Fontes consultadas:  </a:t>
            </a:r>
            <a:r>
              <a:rPr sz="1600">
                <a:solidFill>
                  <a:srgbClr val="3D424E"/>
                </a:solidFill>
              </a:rPr>
              <a:t>arXiv, OpenAccess (CVPR/ICCV), Semantic Scholar e busca direta por DOI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Estratégia em 3 levas:  </a:t>
            </a:r>
            <a:r>
              <a:rPr sz="1600">
                <a:solidFill>
                  <a:srgbClr val="3D424E"/>
                </a:solidFill>
              </a:rPr>
              <a:t>Top venues recentes → fundadores de FR → temas complementares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Reorganização temática:  </a:t>
            </a:r>
            <a:r>
              <a:rPr sz="1600">
                <a:solidFill>
                  <a:srgbClr val="3D424E"/>
                </a:solidFill>
              </a:rPr>
              <a:t>3 novos tracks criados a partir dos achados (I, J, K)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+46 fichas / 25 fichas em 2025-2026 / 3 tracks novos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das fichas por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3108960"/>
                <a:gridCol w="5120640"/>
                <a:gridCol w="6400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 o 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Principais artigos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Classificação racial em 7 categorias sobre o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2021, AlDahoul 2024, Lin (FairGRAPE)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Datasets, métricas e auditorias de viés em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Grother (NIST) 2019, Wang (RFW)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Escalas e classificadores de tom de pele como sinal auxiliar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Fitzpatrick 1988, Schumann 2023, Pereira (SkinToneNet)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Algoritmos para reduzir viés (contrastive, DRO, arquitetural)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(FSCL+) 2022, Sagawa (Group DRO) 2020, Manzoor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Auditorias sistêmicas e revisões da literatura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Mehrabi 2021, Dominguez (DSAP) 2024, Buolamwini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Validade conceitual de 'raça' como variável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Lewontin 1972, Fuentes 2019, Neto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teóricos clássicos (métricas, conditioning)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Hardt 2016, Perez (FiLM) 2018, Kleinberg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Fairness em modelos vision-language (CLIP, BLIP)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Luo (FairCLIP) 2024, Dehdashtian (FairerCLIP) 2024, BendVLM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Adaptadores alternativos ao FiLM (LoRA, ViT-mask)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Bian (LoRA-FAIR) 2025, Tian (FairViT) 2024, Zhao (AIM-Fair)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Losses fundadoras de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Schroff (FaceNet) 2015, Deng (ArcFace) 2019, Kim (AdaFace)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 (federated, synthetic, 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Salvador (FairCal) 2021, FairImagen 2025, VoIDFace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 e K são os novos tracks da ampliação recente do corpus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(Ampliação e busca de novas técnicas)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