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 problema de arquitetura nem só problema de método. Tem um componente fenotípico irredutível: as raças se sobrepõem em tom de pele, especialmente Latinx. A dissertação ia construir a primeira matriz pública dessa 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Concordamos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Validamos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Alinhamos e validamos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atualmente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ao treinar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combinamos.</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nos torna mais éticos também quando nos especializamos em cardiologia. A propriedade 'ética' não depende da especialidade — está embutida no profissional.</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Reforço empírico via Aguirre &amp; Dredze 2023 (Rodada 6) — fair transfer em multi-task confirmado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Pangelinan et al. (2023) — Causas de variação demográfica em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arXiv:2304.07175 — autores Notre Dame / Florida Tech</a:t>
            </a:r>
          </a:p>
        </p:txBody>
      </p:sp>
      <p:sp>
        <p:nvSpPr>
          <p:cNvPr id="4" name="Rectangle 3"/>
          <p:cNvSpPr/>
          <p:nvPr/>
        </p:nvSpPr>
        <p:spPr>
          <a:xfrm>
            <a:off x="457200" y="1463040"/>
            <a:ext cx="1143000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Analisa POR QUE a accuracy de face recognition varia entre grupos demográficos. Conclui que diferenças de pixel info da face nas imagens de teste explicam mais variação do que tom de pele direto.</a:t>
            </a:r>
          </a:p>
        </p:txBody>
      </p:sp>
      <p:sp>
        <p:nvSpPr>
          <p:cNvPr id="6" name="Rounded Rectangle 5"/>
          <p:cNvSpPr/>
          <p:nvPr/>
        </p:nvSpPr>
        <p:spPr>
          <a:xfrm>
            <a:off x="548640" y="4114800"/>
            <a:ext cx="11064240" cy="2194560"/>
          </a:xfrm>
          <a:prstGeom prst="round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C0392B"/>
                </a:solidFill>
              </a:defRPr>
            </a:pPr>
            <a:r>
              <a:t>Impacto na nossa tese</a:t>
            </a:r>
          </a:p>
          <a:p>
            <a:pPr>
              <a:defRPr sz="1600">
                <a:solidFill>
                  <a:srgbClr val="3D424E"/>
                </a:solidFill>
              </a:defRPr>
            </a:pPr>
            <a:r>
              <a:t>Refutação potencial de H5. Para FR (verificação 1:1), pixel info pode ser causa primária. Motivou reformulação de H5 em discussão na pauta de hoje.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Pereira et al. (2026) — SkinToneNet + dataset STW</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arXiv:2603.02475 — autores ICMC-USP / IMPA</a:t>
            </a:r>
          </a:p>
        </p:txBody>
      </p:sp>
      <p:sp>
        <p:nvSpPr>
          <p:cNvPr id="4" name="Rectangle 3"/>
          <p:cNvSpPr/>
          <p:nvPr/>
        </p:nvSpPr>
        <p:spPr>
          <a:xfrm>
            <a:off x="457200" y="1463040"/>
            <a:ext cx="11430000" cy="45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classificador MST (ViT-Small fine-tuned) treinado em dataset STW (42 mil imagens, 3,5 mil indivíduos, MST 10 classes). Audita FairFace e reporta ausência sistêmica de MST 6-10. NÃO publica matriz cruzada MST × raça.</a:t>
            </a:r>
          </a:p>
        </p:txBody>
      </p:sp>
      <p:sp>
        <p:nvSpPr>
          <p:cNvPr id="6" name="Rounded Rectangle 5"/>
          <p:cNvSpPr/>
          <p:nvPr/>
        </p:nvSpPr>
        <p:spPr>
          <a:xfrm>
            <a:off x="548640" y="4114800"/>
            <a:ext cx="11064240" cy="21945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2E7D32"/>
                </a:solidFill>
              </a:defRPr>
            </a:pPr>
            <a:r>
              <a:t>Impacto na nossa tese</a:t>
            </a:r>
          </a:p>
          <a:p>
            <a:pPr>
              <a:defRPr sz="1600">
                <a:solidFill>
                  <a:srgbClr val="3D424E"/>
                </a:solidFill>
              </a:defRPr>
            </a:pPr>
            <a:r>
              <a:t>Insumo direto do nosso pipeline: usar SkinToneNet pré-treinado em vez de treinar do zero. Nossa contribuição C2 (matriz cruzada) segue original. Economiza ~3 semanas de cronograma.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Dooley et al. (2022) — Fairer architectures make for fairer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arXiv:2210.09943 — NAS search para FR fairness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Argumenta que biases são inerentes a arquiteturas neurais. Faz busca de arquitetura (NAS) jointly com hiperparâmetros e produz modelos que Pareto-dominam baselines de mitigação tradicionais.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nossa H2: trocar a arquitetura por si só importa. Valida escolha de ConvNeXt-T como backbone moderno. Se H1 falhar mas ConvNeXt-T puro já reduzir disparity, parte do efeito é arquitetural.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Aguirre &amp; Dredze (2023) — Transferring fairness via multi-task</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arXiv:2305.12671 — Johns Hopkins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Adapta uma fairness loss single-task para um framework multi-task e demonstra empiricamente que objetivos de fairness demográfico SE TRANSFEREM entre tarefas que compartilham representação. Domínio dos experimentos é NLP.</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Reforço empírico do princípio teórico do LAFTR (Madras 2018). Fortalece as etapas 3 e 5 do pipeline (race classifier condicionado e extensão para FR).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Kolla &amp; Savadamuthu (2022) — Impact of racial distribution in training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arXiv:2211.14498 — WACVW 2023 (IEEE/CVF)</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Investiga o efeito da distribuição racial nos dados de treino sobre disparities de face recognition. Conclui que distribuição uniforme de raças NO TREINO sozinha não garante FR sem viés.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necessidade de intervenção arquitetural além de balanceamento de dados. FairFace já é balanceado e o gap Latinx persiste — coerente com a tese de que precisamos do FiLM-conditioning.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Liu et al. (2025) — BNMR Bayesian meta-learning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arXiv:2505.01699 — ACM FAccT 2025</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BNMR (Bayesian Network-informed Meta Reweighting): uma rede bayesiana calibra meta-learning de reweighting de amostras durante treino, tracking de viés do modelo em tempo real.</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Baseline competitivo recente. Mecanismo é ortogonal ao nosso (sample reweighting vs FiLM-conditioning). Candidato a baseline forte do Cap 2 para comparação justa.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