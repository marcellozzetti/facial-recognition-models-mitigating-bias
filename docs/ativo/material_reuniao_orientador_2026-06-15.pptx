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decisões da reunião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crítico do corpus (classificação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à sugestão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lacuna na literatura como contribuição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Contribuição C7 —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Plano de escrita e decisões a alinhar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Tempo estimado: 12-15 min de apresentação +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389120"/>
                <a:gridCol w="164592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aprovado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Validado e detalhado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+46 fichas na última rodada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Meta superada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OK — Track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 fichas + análise técnica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Submissão qualificação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curso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Escrita em andamento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5 itens fechados e 1 em execução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Marco atingido: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Total:  </a:t>
            </a:r>
            <a:r>
              <a:rPr sz="1600">
                <a:solidFill>
                  <a:srgbClr val="3D424E"/>
                </a:solidFill>
              </a:rPr>
              <a:t>101 fichas distribuídas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Meta 2025-2026:  </a:t>
            </a:r>
            <a:r>
              <a:rPr sz="1600">
                <a:solidFill>
                  <a:srgbClr val="3D424E"/>
                </a:solidFill>
              </a:rPr>
              <a:t>25 fichas (meta era ≥20) — atingida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Crescimento:  </a:t>
            </a:r>
            <a:r>
              <a:rPr sz="1600">
                <a:solidFill>
                  <a:srgbClr val="3D424E"/>
                </a:solidFill>
              </a:rPr>
              <a:t>+46 fichas na ampliação recente do corpus (55 → 101)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Novos tracks:  </a:t>
            </a:r>
            <a:r>
              <a:rPr sz="1600">
                <a:solidFill>
                  <a:srgbClr val="3D424E"/>
                </a:solidFill>
              </a:rPr>
              <a:t>I, J, K criados em resposta a recomendações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I:  </a:t>
            </a:r>
            <a:r>
              <a:rPr sz="1600">
                <a:solidFill>
                  <a:srgbClr val="3D424E"/>
                </a:solidFill>
              </a:rPr>
              <a:t>VLM / CLIP em fairness (14 fichas) — resposta direta ao orientador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J:  </a:t>
            </a:r>
            <a:r>
              <a:rPr sz="1600">
                <a:solidFill>
                  <a:srgbClr val="3D424E"/>
                </a:solidFill>
              </a:rPr>
              <a:t>Conditioning moderno LoRA / ViT (5 fichas)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Track K:  </a:t>
            </a:r>
            <a:r>
              <a:rPr sz="1600">
                <a:solidFill>
                  <a:srgbClr val="3D424E"/>
                </a:solidFill>
              </a:rPr>
              <a:t>Fundadores de FR — ArcFace, FaceNet, AdaFace (6 fichas)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de cada track (por que existe)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731520"/>
                <a:gridCol w="61264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 7 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Tarefa central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Paradigma dominante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Sinal auxiliar do pipeline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Baselines a superar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Infraestrutura intelectual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Posicionamento da tese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Esqueleto teórico (FiLM, LAFTR)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Resposta direta ao orientador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 (LoRA, ViT)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Alternativas ao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 (ArcFace, FaceNet)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Preenche lacuna óbvia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Direções adjacentes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J, K são os novos tracks da ampliação recente — destacados para discussão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pela Contribuição C7 (ablation)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pela Contribuição C7 (ablation arquitetural)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qualificação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J — ablation da C7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Proposta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Contribuição C7 — ablation arquitetural no Capítulo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C7 — 5 configurações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a C7: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15/jul/2026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Setup do ambiente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pré-qualificação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2 (Revisão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3 (Objetivos) e Capítulo 4 (Metodologia)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Folga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submissão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CLIP-conditioning como C7 (ablation)?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Há template institucional para a escrita ou seguimos com o padrão?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Setup do ambiente de escrita com template institucional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Consolidar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pré-qualificação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