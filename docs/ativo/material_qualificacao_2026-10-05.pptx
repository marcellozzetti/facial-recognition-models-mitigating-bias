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880" y="1371600"/>
            <a:ext cx="878119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cenários, rigor e transferência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 QUE AVALIO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" y="195681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" y="20482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A4E"/>
                </a:solidFill>
              </a:rPr>
              <a:t>Cenário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41401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7 classes raciais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" y="294436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Reporte estratificado por classe
racial do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" y="410565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" y="41970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A4E"/>
                </a:solidFill>
              </a:rPr>
              <a:t>Cenário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5628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8 subgrupos (raça × gênero)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" y="509320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Análise interseccional segundo
Gender Shades (Buolamwini &amp;
Gebru, 2018).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325880"/>
            <a:ext cx="3657600" cy="502920"/>
          </a:xfrm>
          <a:prstGeom prst="round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 QUE RIGOR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195681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2836" y="20482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D68BB"/>
                </a:solidFill>
              </a:rPr>
              <a:t>Norma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2836" y="241401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ISO/IEC 19795-10:2024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0268" y="294436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Padrão internacional para
reporte de desempenho biométrico
estratificado entre grupos.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5676" y="410565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2836" y="41970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D68BB"/>
                </a:solidFill>
              </a:rPr>
              <a:t>Estatística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2836" y="45628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3 sementes · IC 95 % · pareado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0268" y="509320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Sementes (42, 1, 2); bootstrap
não-paramétrico; comparação
pareada entre configs.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502920"/>
          </a:xfrm>
          <a:prstGeom prst="round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ONDE GENERALIZA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7596" y="195681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4756" y="204825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7682"/>
                </a:solidFill>
              </a:rPr>
              <a:t>RFW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4756" y="241401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Racial Faces in-the-Wild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2188" y="294436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Pares oficiais 1 : 1 de verificação
(Wang et al., 2019). Foco em
grupo African.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7596" y="4105656"/>
            <a:ext cx="3657600" cy="1984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7076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4756" y="419709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07682"/>
                </a:solidFill>
              </a:rPr>
              <a:t>BFW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4756" y="45628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A4E"/>
                </a:solidFill>
              </a:rPr>
              <a:t>Balanced Faces in-the-Wild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2188" y="5093208"/>
            <a:ext cx="3328416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3D424E"/>
                </a:solidFill>
              </a:rPr>
              <a:t>Protocolo balanceado por raça
x gênero (Robinson et al.,
2020).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narrativo: o que avalio (cenários A e B) → com que rigor (norma + estatística) → onde demonstro generalização (RFW, BFW).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Padrão da literatura — valores reportados: SOTA FaceScanPaliGemma (AlDahoul et al., 2024) sobre FairFace 7-class in-domain.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 do FairFace.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  ·  baseline ResNet-34 = 72 %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F1_min / F1_max entre raças.
Mede o gap entre o pior e o melhor
subgrupo (0 = total disparidade, 1 = paridade).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F1 Latinx 60 %  ÷  F1 Black 90 %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trás,
mesmo quando a média agregada é 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  ·  FaceScanPaliGemma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(Kleinberg, Mullainathan &amp; Raghavan 2017, ITCS): nenhuma métrica única de equidade satisfaz simultaneamente calibração, equal FPR e equal FNR — reportar as três é a forma honesta de comunicar trade-offs.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