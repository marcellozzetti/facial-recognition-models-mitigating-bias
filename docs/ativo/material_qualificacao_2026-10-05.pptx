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 – 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f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25002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Rebalanceamento amostral e novos
repositórios biométricos.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RFW (Wang et al., 2019)</a:t>
            </a:r>
          </a:p>
          <a:p>
            <a:r>
              <a:rPr sz="1050">
                <a:solidFill>
                  <a:srgbClr val="1F2A4E"/>
                </a:solidFill>
              </a:rPr>
              <a:t>•  BFW (Robinson et al., 2020)</a:t>
            </a:r>
          </a:p>
          <a:p>
            <a:r>
              <a:rPr sz="1050">
                <a:solidFill>
                  <a:srgbClr val="1F2A4E"/>
                </a:solidFill>
              </a:rPr>
              <a:t>•  FairFace (Kärkkäinen &amp; Joo,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Equilíbrio amostral é necessário mas insuficiente em
populações heterogêneas (Latinx). Uso restrito ao
Fitzpatrick I–VI.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0327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Intervenções na otimização e nas
funções de perda.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Group DRO (Sagawa et al., 2020)</a:t>
            </a:r>
          </a:p>
          <a:p>
            <a:r>
              <a:rPr sz="1050">
                <a:solidFill>
                  <a:srgbClr val="1F2A4E"/>
                </a:solidFill>
              </a:rPr>
              <a:t>•  FSCL+ (Park et al., 2022)</a:t>
            </a:r>
          </a:p>
          <a:p>
            <a:r>
              <a:rPr sz="1050">
                <a:solidFill>
                  <a:srgbClr val="1F2A4E"/>
                </a:solidFill>
              </a:rPr>
              <a:t>•  FairGRAPE (Lin et al., 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043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Conflito severo entre acurácia global e paridade
demográfica (Teorema da Impossibilidade,
Kleinberg et al., 2017).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Modelos visão-linguagem e
transição à escala Monk (MST).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FaceScanPaliGemma (AlDahoul et al., 2024)</a:t>
            </a:r>
          </a:p>
          <a:p>
            <a:r>
              <a:rPr sz="1050">
                <a:solidFill>
                  <a:srgbClr val="1F2A4E"/>
                </a:solidFill>
              </a:rPr>
              <a:t>•  FairCLIP (Luo et al., 2024)</a:t>
            </a:r>
          </a:p>
          <a:p>
            <a:r>
              <a:rPr sz="1050">
                <a:solidFill>
                  <a:srgbClr val="1F2A4E"/>
                </a:solidFill>
              </a:rPr>
              <a:t>•  MST (Schumann et al., 2023; Pereira,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Acurácia agregada sobe (75,7 %) mas persiste gap
de ~30 pp em Latinx (F1 ≈ 60 %); vieses herdados
da web.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410" y="3154680"/>
            <a:ext cx="64008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257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Injeção de MST como sinal arquitetural
intermediário via FiLM.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FiLM · ConvNeXt-T (Perez et al., 2018)</a:t>
            </a:r>
          </a:p>
          <a:p>
            <a:r>
              <a:rPr sz="1050">
                <a:solidFill>
                  <a:srgbClr val="1F2A4E"/>
                </a:solidFill>
              </a:rPr>
              <a:t>•  Triangulação ISO/IEC 19795-10:2024</a:t>
            </a:r>
          </a:p>
          <a:p>
            <a:r>
              <a:rPr sz="1050">
                <a:solidFill>
                  <a:srgbClr val="1F2A4E"/>
                </a:solidFill>
              </a:rPr>
              <a:t>•  Decomposição fenotípico × pixel (H6)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57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DIFERENCIAL</a:t>
            </a:r>
          </a:p>
          <a:p>
            <a:r>
              <a:rPr sz="1050" i="1">
                <a:solidFill>
                  <a:srgbClr val="3D424E"/>
                </a:solidFill>
              </a:rPr>
              <a:t>Modulação do fluxo de features pelo tom contínuo —
supera rótulos raciais nominais sem exigir modelos
de bilhões de parâmetros.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cronológico: dados balanceados → funções de perda → modelos visão-linguagem com MST → condicionamento arquitetural.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Três perguntas, três respostas pré-registradas — nenhum ajuste pós-resultado.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 QUE AVALIO?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7 + 8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classes &amp; subgrupos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" y="3840480"/>
            <a:ext cx="320040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091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A — 7 classes raciais do FairFace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B — 8 subgrupos raça × gênero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Interseccional segundo Buolamwini &amp; Gebru (2018)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995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COM QUE RIGOR?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995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sementes · bootstrap IC 95 %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9427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Sementes 42, 1, 2 · comparação pareada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Norma ISO/IEC 19795-10:2024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Padrão biométrico internacional estratificado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759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ONDE GENERALIZA?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~20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pares de verificação externos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191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2619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RFW — Racial Faces in-the-Wild (Wang 2019)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19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BFW — Balanced Faces in-the-Wild (Robinson 2020)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619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Foco em African; transferência via feature-freeze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Protocolo falsificável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Critérios binários pré-registrados (H1, H4, H5); nenhum ajuste de métrica pós-resultado — alinhado à metodologia popperiana e à norma biométrica.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Padrão da literatura — valores reportados: SOTA FaceScanPaliGemma (AlDahoul et al., 2024) sobre FairFace 7-class in-domain.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 do FairFace.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  ·  baseline ResNet-34 = 72 %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F1_min / F1_max entre raças.
Mede o gap entre o pior e o melhor
subgrupo (0 = total disparidade, 1 = paridade).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F1 Latinx 60 %  ÷  F1 Black 90 %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trás,
mesmo quando a média agregada é 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  ·  FaceScanPaliGemma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(Kleinberg, Mullainathan &amp; Raghavan 2017, ITCS): nenhuma métrica única de equidade satisfaz simultaneamente calibração, equal FPR e equal FNR — reportar as três é a forma honesta de comunicar trade-offs.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